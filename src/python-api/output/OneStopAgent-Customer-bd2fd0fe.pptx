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Azure Solution Proposal – Customer</a:t>
            </a:r>
          </a:p>
        </p:txBody>
      </p:sp>
      <p:sp>
        <p:nvSpPr>
          <p:cNvPr id="3" name="Subtitle 2"/>
          <p:cNvSpPr>
            <a:spLocks noGrp="1"/>
          </p:cNvSpPr>
          <p:nvPr>
            <p:ph type="subTitle" idx="1"/>
          </p:nvPr>
        </p:nvSpPr>
        <p:spPr/>
        <p:txBody>
          <a:bodyPr/>
          <a:lstStyle/>
          <a:p>
            <a:r>
              <a:t>Generated by OneStopAgent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Requirements</a:t>
            </a:r>
          </a:p>
        </p:txBody>
      </p:sp>
      <p:sp>
        <p:nvSpPr>
          <p:cNvPr id="3" name="Content Placeholder 2"/>
          <p:cNvSpPr>
            <a:spLocks noGrp="1"/>
          </p:cNvSpPr>
          <p:nvPr>
            <p:ph idx="1"/>
          </p:nvPr>
        </p:nvSpPr>
        <p:spPr/>
        <p:txBody>
          <a:bodyPr/>
          <a:lstStyle/>
          <a:p>
            <a:r>
              <a:t>E-commerce for Contoso with 10K users, PCI-DSS, US East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Overview</a:t>
            </a:r>
          </a:p>
        </p:txBody>
      </p:sp>
      <p:sp>
        <p:nvSpPr>
          <p:cNvPr id="3" name="Content Placeholder 2"/>
          <p:cNvSpPr>
            <a:spLocks noGrp="1"/>
          </p:cNvSpPr>
          <p:nvPr>
            <p:ph idx="1"/>
          </p:nvPr>
        </p:nvSpPr>
        <p:spPr/>
        <p:txBody>
          <a:bodyPr/>
          <a:lstStyle/>
          <a:p>
            <a:r>
              <a:t>This Azure architecture for Contoso’s e-commerce platform leverages Azure App Service for scalable, PCI-DSS compliant web hosting, Azure SQL Database for secure data storage, and Azure Active Directory B2C for managing user authentication for 10,000 customers. Key security and compliance features include Azure Application Gateway with Web Application Firewall, Azure Firewall, Azure Key Vault for secrets management, Azure API Management for secure payment integrations, and Azure Private Link for secure service connectivity—all deployed within an isolated Azure Virtual Network in the US East region. Additional services like Azure Content Delivery Network, Azure Backup, Azure Monitor, and Azure Storage ensure high performance, disaster recovery, and end-to-end monitoring.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Components</a:t>
            </a:r>
          </a:p>
        </p:txBody>
      </p:sp>
      <p:sp>
        <p:nvSpPr>
          <p:cNvPr id="3" name="Content Placeholder 2"/>
          <p:cNvSpPr>
            <a:spLocks noGrp="1"/>
          </p:cNvSpPr>
          <p:nvPr>
            <p:ph idx="1"/>
          </p:nvPr>
        </p:nvSpPr>
        <p:spPr/>
        <p:txBody>
          <a:bodyPr/>
          <a:lstStyle/>
          <a:p>
            <a:r>
              <a:t>Web Application: Azure App Service – </a:t>
            </a:r>
          </a:p>
          <a:p>
            <a:r>
              <a:t>Database: Azure SQL Database – </a:t>
            </a:r>
          </a:p>
          <a:p>
            <a:r>
              <a:t>Payment Processing Integration: Azure API Management – </a:t>
            </a:r>
          </a:p>
          <a:p>
            <a:r>
              <a:t>User Authentication: Azure Active Directory B2C – </a:t>
            </a:r>
          </a:p>
          <a:p>
            <a:r>
              <a:t>Application Gateway: Azure Application Gateway (WAF) – </a:t>
            </a:r>
          </a:p>
          <a:p>
            <a:r>
              <a:t>Virtual Network: Azure Virtual Network – </a:t>
            </a:r>
          </a:p>
          <a:p>
            <a:r>
              <a:t>Key Management: Azure Key Vault – </a:t>
            </a:r>
          </a:p>
          <a:p>
            <a:r>
              <a:t>Monitoring and Logging: Azure Monitor &amp; Azure Log Analytics – </a:t>
            </a:r>
          </a:p>
          <a:p>
            <a:r>
              <a:t>Content Delivery: Azure Content Delivery Network (CDN) – </a:t>
            </a:r>
          </a:p>
          <a:p>
            <a:r>
              <a:t>Backup and Recovery: Azure Backup – </a:t>
            </a:r>
          </a:p>
          <a:p>
            <a:r>
              <a:t>Storage: Azure Storage (Blob) – </a:t>
            </a:r>
          </a:p>
          <a:p>
            <a:r>
              <a:t>Firewall: Azure Firewall –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Azure Services</a:t>
            </a:r>
          </a:p>
        </p:txBody>
      </p:sp>
      <p:sp>
        <p:nvSpPr>
          <p:cNvPr id="3" name="Content Placeholder 2"/>
          <p:cNvSpPr>
            <a:spLocks noGrp="1"/>
          </p:cNvSpPr>
          <p:nvPr>
            <p:ph idx="1"/>
          </p:nvPr>
        </p:nvSpPr>
        <p:spPr/>
        <p:txBody>
          <a:bodyPr/>
          <a:lstStyle/>
          <a:p>
            <a:r>
              <a:t>Azure App Service (B1) – Web Application</a:t>
            </a:r>
          </a:p>
          <a:p>
            <a:r>
              <a:t>Azure SQL Database (Standard S1) – Database</a:t>
            </a:r>
          </a:p>
          <a:p>
            <a:r>
              <a:t>Azure API Management (Standard S1) – Payment Processing Integration</a:t>
            </a:r>
          </a:p>
          <a:p>
            <a:r>
              <a:t>Azure Active Directory B2C (Standard S1) – User Authentication</a:t>
            </a:r>
          </a:p>
          <a:p>
            <a:r>
              <a:t>Azure Application Gateway (WAF) (Standard S1) – Application Gateway</a:t>
            </a:r>
          </a:p>
          <a:p>
            <a:r>
              <a:t>Azure Virtual Network (Standard S1) – Virtual Network</a:t>
            </a:r>
          </a:p>
          <a:p>
            <a:r>
              <a:t>Azure Key Vault (Standard S1) – Key Management</a:t>
            </a:r>
          </a:p>
          <a:p>
            <a:r>
              <a:t>Azure Monitor &amp; Azure Log Analytics (Standard S1) – Monitoring and Logging</a:t>
            </a:r>
          </a:p>
          <a:p>
            <a:r>
              <a:t>Azure Content Delivery Network (CDN) (Standard S1) – Content Delivery</a:t>
            </a:r>
          </a:p>
          <a:p>
            <a:r>
              <a:t>Azure Backup (Standard S1) – Backup and Recovery</a:t>
            </a:r>
          </a:p>
          <a:p>
            <a:r>
              <a:t>Azure Storage (Blob) (Standard S1) – Storage</a:t>
            </a:r>
          </a:p>
          <a:p>
            <a:r>
              <a:t>Azure Firewall (Standard S1) – Firewall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Estimate</a:t>
            </a:r>
          </a:p>
        </p:txBody>
      </p:sp>
      <p:sp>
        <p:nvSpPr>
          <p:cNvPr id="3" name="Content Placeholder 2"/>
          <p:cNvSpPr>
            <a:spLocks noGrp="1"/>
          </p:cNvSpPr>
          <p:nvPr>
            <p:ph idx="1"/>
          </p:nvPr>
        </p:nvSpPr>
        <p:spPr/>
        <p:txBody>
          <a:bodyPr/>
          <a:lstStyle/>
          <a:p>
            <a:r>
              <a:t>Azure App Service (B1): $12.41/mo</a:t>
            </a:r>
          </a:p>
          <a:p>
            <a:r>
              <a:t>Azure SQL Database (Standard S1): $30.00/mo</a:t>
            </a:r>
          </a:p>
          <a:p>
            <a:r>
              <a:t>Azure API Management (Standard S1): $0.00/mo</a:t>
            </a:r>
          </a:p>
          <a:p>
            <a:r>
              <a:t>Azure Active Directory B2C (Standard S1): $0.00/mo</a:t>
            </a:r>
          </a:p>
          <a:p>
            <a:r>
              <a:t>Azure Application Gateway (WAF) (Standard S1): $0.00/mo</a:t>
            </a:r>
          </a:p>
          <a:p>
            <a:r>
              <a:t>Azure Virtual Network (Standard S1): $0.00/mo</a:t>
            </a:r>
          </a:p>
          <a:p>
            <a:r>
              <a:t>Azure Key Vault (Standard S1): $0.00/mo</a:t>
            </a:r>
          </a:p>
          <a:p>
            <a:r>
              <a:t>Azure Monitor &amp; Azure Log Analytics (Standard S1): $0.00/mo</a:t>
            </a:r>
          </a:p>
          <a:p>
            <a:r>
              <a:t>Azure Content Delivery Network (CDN) (Standard S1): $0.00/mo</a:t>
            </a:r>
          </a:p>
          <a:p>
            <a:r>
              <a:t>Azure Backup (Standard S1): $0.00/mo</a:t>
            </a:r>
          </a:p>
          <a:p>
            <a:r>
              <a:t>Total: $42.41/month  |  $508.92/year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Value &amp; ROI</a:t>
            </a:r>
          </a:p>
        </p:txBody>
      </p:sp>
      <p:sp>
        <p:nvSpPr>
          <p:cNvPr id="3" name="Content Placeholder 2"/>
          <p:cNvSpPr>
            <a:spLocks noGrp="1"/>
          </p:cNvSpPr>
          <p:nvPr>
            <p:ph idx="1"/>
          </p:nvPr>
        </p:nvSpPr>
        <p:spPr/>
        <p:txBody>
          <a:bodyPr/>
          <a:lstStyle/>
          <a:p>
            <a:r>
              <a:t>PCI-DSS Compliance Enablement: Integrated Azure services streamline PCI-DSS compliance, reducing audit preparation and risk.</a:t>
            </a:r>
          </a:p>
          <a:p>
            <a:r>
              <a:t>Scalable User Authentication: Azure AD B2C delivers secure, scalable sign-in for 10,000 users, supporting multi-factor authentication and improved customer trust.</a:t>
            </a:r>
          </a:p>
          <a:p>
            <a:r>
              <a:t>Enhanced Site Performance: Azure CDN accelerates content delivery, decreasing page load times and improving user experience for e-commerce customers.</a:t>
            </a:r>
          </a:p>
          <a:p>
            <a:r>
              <a:t>Operational Efficiency &amp; Cost Control: Managed Azure services automate maintenance, backups, and scaling, freeing IT resources and reducing downtime.</a:t>
            </a:r>
          </a:p>
          <a:p>
            <a:r>
              <a:t>Summary: For Contoso’s e-commerce platform serving 10,000 users in US East, the Azure solution provides robust PCI-DSS compliance, secure payment integration, and scalable authentication. Performance enhancements from Azure CDN and operational automation via managed services deliver measurable business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Review architecture and service selections</a:t>
            </a:r>
          </a:p>
          <a:p>
            <a:r>
              <a:t>Validate cost estimates with Azure Pricing Calculator</a:t>
            </a:r>
          </a:p>
          <a:p>
            <a:r>
              <a:t>Schedule deep-dive with Azure engineering team</a:t>
            </a:r>
          </a:p>
          <a:p>
            <a:r>
              <a:t>Begin proof-of-concept implementation</a:t>
            </a:r>
          </a:p>
          <a:p>
            <a:r>
              <a:t>Set up Azure governance and landing zone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