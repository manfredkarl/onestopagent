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Significant financial and strategic benefits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Contoso — Azure Solution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 Executive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- Current e-commerce platform limits scalability and agility</a:t>
            </a:r>
          </a:p>
          <a:p>
            <a:pPr>
              <a:defRPr sz="1400"/>
            </a:pPr>
            <a:r>
              <a:t>- Opportunity to capture new market share and drive revenue growth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- Azure-based e-commerce platform</a:t>
            </a:r>
          </a:p>
          <a:p>
            <a:pPr>
              <a:defRPr sz="1400"/>
            </a:pPr>
            <a:r>
              <a:t>- Secure, scalable, and resilient</a:t>
            </a:r>
          </a:p>
          <a:p>
            <a:pPr>
              <a:defRPr sz="1400"/>
            </a:pPr>
            <a:r>
              <a:t>- Seamless integration with existing systems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6CBD"/>
                </a:solidFill>
              </a:defRPr>
            </a:pPr>
            <a:r>
              <a:t>Architecture Components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09728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Azure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Description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App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Modern, scalable front-end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6CBD"/>
                </a:solidFill>
              </a:defRPr>
            </a:pPr>
            <a:r>
              <a:t>Azure Services &amp; SKUs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09728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Region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Azure App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P2v3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East US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6CBD"/>
                </a:solidFill>
              </a:defRPr>
            </a:pPr>
            <a:r>
              <a:t>Cost Estimate — $1,200.00/month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09728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Monthly Cost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App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P2v3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$219.00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/>
            </a:pPr>
            <a:r>
              <a:t>Annual Investment: $14,400.00 | Source: Live Estimate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- Projected revenue growth: +15%</a:t>
            </a:r>
          </a:p>
          <a:p>
            <a:pPr>
              <a:defRPr sz="1400"/>
            </a:pPr>
            <a:r>
              <a:t>- Enhanced customer experience</a:t>
            </a:r>
          </a:p>
          <a:p>
            <a:pPr>
              <a:defRPr sz="1400"/>
            </a:pPr>
            <a:r>
              <a:t>- Reduced operational complexity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Return on Investment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- ROI: 250%</a:t>
            </a:r>
          </a:p>
          <a:p>
            <a:pPr>
              <a:defRPr sz="1400"/>
            </a:pPr>
            <a:r>
              <a:t>- Payback period: 3.5 months</a:t>
            </a:r>
          </a:p>
          <a:p>
            <a:pPr>
              <a:defRPr sz="1400"/>
            </a:pPr>
            <a:r>
              <a:t>- Annual Azure cost: $14,400.00</a:t>
            </a:r>
          </a:p>
          <a:p>
            <a:pPr>
              <a:defRPr sz="1400"/>
            </a:pPr>
            <a:r>
              <a:t>- Annual business value: $50,400.00</a:t>
            </a:r>
          </a:p>
          <a:p>
            <a:pPr>
              <a:defRPr sz="1400"/>
            </a:pPr>
            <a:r>
              <a:t>- Monetized value drivers:</a:t>
            </a:r>
          </a:p>
          <a:p>
            <a:pPr>
              <a:defRPr sz="1400"/>
            </a:pPr>
            <a:r>
              <a:t>- Increased revenue: $50,400.00/year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Recommended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- Schedule executive-level architecture review</a:t>
            </a:r>
          </a:p>
          <a:p>
            <a:pPr>
              <a:defRPr sz="1400"/>
            </a:pPr>
            <a:r>
              <a:t>- Establish Azure subscription and landing zone</a:t>
            </a:r>
          </a:p>
          <a:p>
            <a:pPr>
              <a:defRPr sz="1400"/>
            </a:pPr>
            <a:r>
              <a:t>- Develop proof-of-concept (4–6 weeks)</a:t>
            </a:r>
          </a:p>
          <a:p>
            <a:pPr>
              <a:defRPr sz="1400"/>
            </a:pPr>
            <a:r>
              <a:t>- Define success metrics and KPIs</a:t>
            </a:r>
          </a:p>
          <a:p>
            <a:pPr>
              <a:defRPr sz="1400"/>
            </a:pPr>
            <a:r>
              <a:t>- Plan phased rollout for pilot and full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