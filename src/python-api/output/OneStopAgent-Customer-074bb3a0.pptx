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Azure Solution Proposal – Customer</a:t>
            </a:r>
          </a:p>
        </p:txBody>
      </p:sp>
      <p:sp>
        <p:nvSpPr>
          <p:cNvPr id="3" name="Subtitle 2"/>
          <p:cNvSpPr>
            <a:spLocks noGrp="1"/>
          </p:cNvSpPr>
          <p:nvPr>
            <p:ph type="subTitle" idx="1"/>
          </p:nvPr>
        </p:nvSpPr>
        <p:spPr/>
        <p:txBody>
          <a:bodyPr/>
          <a:lstStyle/>
          <a:p>
            <a:r>
              <a:t>Generated by OneStopAgent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Requirements</a:t>
            </a:r>
          </a:p>
        </p:txBody>
      </p:sp>
      <p:sp>
        <p:nvSpPr>
          <p:cNvPr id="3" name="Content Placeholder 2"/>
          <p:cNvSpPr>
            <a:spLocks noGrp="1"/>
          </p:cNvSpPr>
          <p:nvPr>
            <p:ph idx="1"/>
          </p:nvPr>
        </p:nvSpPr>
        <p:spPr/>
        <p:txBody>
          <a:bodyPr/>
          <a:lstStyle/>
          <a:p>
            <a:r>
              <a:t>Build an e-commerce platform for Contoso Retail with AI recommendations and PCI-DSS payments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a:t>
            </a:r>
          </a:p>
        </p:txBody>
      </p:sp>
      <p:sp>
        <p:nvSpPr>
          <p:cNvPr id="3" name="Content Placeholder 2"/>
          <p:cNvSpPr>
            <a:spLocks noGrp="1"/>
          </p:cNvSpPr>
          <p:nvPr>
            <p:ph idx="1"/>
          </p:nvPr>
        </p:nvSpPr>
        <p:spPr/>
        <p:txBody>
          <a:bodyPr/>
          <a:lstStyle/>
          <a:p>
            <a:r>
              <a:t>This Azure-based e-commerce architecture for Contoso Retail delivers a secure, scalable shopping experience by leveraging Azure App Service for the web frontend and APIs, Azure SQL Database and Cosmos DB for transactional and unstructured data, and Azure Machine Learning with Azure Kubernetes Service for real-time AI-powered product recommendations. It ensures PCI-DSS compliant payments via an isolated App Service environment, robust security with Azure Active Directory B2C for authentication, Azure Key Vault for secrets management, and Azure Firewall, while Azure Application Gateway, CDN, and Blob Storage optimize performance and content delivery. Monitoring, backup, and disaster recovery are managed through Azure Monitor and Azure Backup to ensure operational continuity and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Components</a:t>
            </a:r>
          </a:p>
        </p:txBody>
      </p:sp>
      <p:sp>
        <p:nvSpPr>
          <p:cNvPr id="3" name="Content Placeholder 2"/>
          <p:cNvSpPr>
            <a:spLocks noGrp="1"/>
          </p:cNvSpPr>
          <p:nvPr>
            <p:ph idx="1"/>
          </p:nvPr>
        </p:nvSpPr>
        <p:spPr/>
        <p:txBody>
          <a:bodyPr/>
          <a:lstStyle/>
          <a:p>
            <a:r>
              <a:t>Web Frontend: Azure App Service – </a:t>
            </a:r>
          </a:p>
          <a:p>
            <a:r>
              <a:t>API Layer: Azure App Service – </a:t>
            </a:r>
          </a:p>
          <a:p>
            <a:r>
              <a:t>Load Balancer: Azure Application Gateway – </a:t>
            </a:r>
          </a:p>
          <a:p>
            <a:r>
              <a:t>Database: Azure SQL Database – </a:t>
            </a:r>
          </a:p>
          <a:p>
            <a:r>
              <a:t>NoSQL Database: Azure Cosmos DB – </a:t>
            </a:r>
          </a:p>
          <a:p>
            <a:r>
              <a:t>AI Recommendation Engine: Azure Machine Learning – </a:t>
            </a:r>
          </a:p>
          <a:p>
            <a:r>
              <a:t>AI Inference: Azure Kubernetes Service (AKS) – </a:t>
            </a:r>
          </a:p>
          <a:p>
            <a:r>
              <a:t>User Authentication: Azure Active Directory B2C – </a:t>
            </a:r>
          </a:p>
          <a:p>
            <a:r>
              <a:t>Payment Processing: Azure App Service (Isolated Environment) – </a:t>
            </a:r>
          </a:p>
          <a:p>
            <a:r>
              <a:t>Secrets &amp; Keys Management: Azure Key Vault – </a:t>
            </a:r>
          </a:p>
          <a:p>
            <a:r>
              <a:t>Monitoring &amp; Logging: Azure Monitor – </a:t>
            </a:r>
          </a:p>
          <a:p>
            <a:r>
              <a:t>Content Delivery: Azure CDN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Estimate</a:t>
            </a:r>
          </a:p>
        </p:txBody>
      </p:sp>
      <p:sp>
        <p:nvSpPr>
          <p:cNvPr id="3" name="Content Placeholder 2"/>
          <p:cNvSpPr>
            <a:spLocks noGrp="1"/>
          </p:cNvSpPr>
          <p:nvPr>
            <p:ph idx="1"/>
          </p:nvPr>
        </p:nvSpPr>
        <p:spPr/>
        <p:txBody>
          <a:bodyPr/>
          <a:lstStyle/>
          <a:p>
            <a:r>
              <a:t>Monthly: $0.00   Annual: $0.00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Value &amp; ROI</a:t>
            </a:r>
          </a:p>
        </p:txBody>
      </p:sp>
      <p:sp>
        <p:nvSpPr>
          <p:cNvPr id="3" name="Content Placeholder 2"/>
          <p:cNvSpPr>
            <a:spLocks noGrp="1"/>
          </p:cNvSpPr>
          <p:nvPr>
            <p:ph idx="1"/>
          </p:nvPr>
        </p:nvSpPr>
        <p:spPr/>
        <p:txBody>
          <a:bodyPr/>
          <a:lstStyle/>
          <a:p>
            <a:r>
              <a:t>Personalized AI Recommendations: Enhances customer engagement, increases average order value, and boosts conversion rates by delivering tailored product suggestions.</a:t>
            </a:r>
          </a:p>
          <a:p>
            <a:r>
              <a:t>PCI-DSS Compliant Payments: Enables secure and compliant payment processing, reducing risk and ensuring trust for Contoso Retail’s customers.</a:t>
            </a:r>
          </a:p>
          <a:p>
            <a:r>
              <a:t>Scalable, Resilient Platform: Azure’s managed services provide elastic scaling, high availability, and robust disaster recovery, supporting peak traffic and minimizing downtime.</a:t>
            </a:r>
          </a:p>
          <a:p>
            <a:r>
              <a:t>Global Content Delivery &amp; Fast User Experience: Azure CDN and Blob Storage speed up access to images and assets worldwide, improving customer satisfaction and reducing bounce rates.</a:t>
            </a:r>
          </a:p>
          <a:p>
            <a:r>
              <a:t>Summary: For Contoso Retail, an Azure-powered e-commerce platform featuring AI-driven product recommendations and PCI-DSS compliant payment processing delivers significant business value. The solution leverages scalable web hosting, secure authentication, global content delivery, and robust monitoring to max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Review architecture and service selections</a:t>
            </a:r>
          </a:p>
          <a:p>
            <a:r>
              <a:t>Validate cost estimates with Azure Pricing Calculator</a:t>
            </a:r>
          </a:p>
          <a:p>
            <a:r>
              <a:t>Schedule deep-dive with Azure engineering team</a:t>
            </a:r>
          </a:p>
          <a:p>
            <a:r>
              <a:t>Begin proof-of-concept implementation</a:t>
            </a:r>
          </a:p>
          <a:p>
            <a:r>
              <a:t>Set up Azure governance and landing zone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