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Azure Solution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891B2"/>
                </a:solidFill>
                <a:latin typeface="Calibri"/>
              </a:defRPr>
            </a:pPr>
            <a:r>
              <a:t>Contoso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Generated by OneStopAgent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Problem &amp;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3152" cy="1645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E-commerce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Azure e-commerce</a:t>
            </a:r>
            <a:br/>
            <a:br/>
            <a:r>
              <a:t>Based on: E-commerce ref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Architecture Components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Service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App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Azure Services &amp; SKUs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200400"/>
                <a:gridCol w="36576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SKU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Azure App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P2v3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eastus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Cost Estimate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891B2"/>
                </a:solidFill>
                <a:latin typeface="Calibri"/>
              </a:defRPr>
            </a:pPr>
            <a:r>
              <a:t>$1,200/mo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Monthly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28016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891B2"/>
                </a:solidFill>
                <a:latin typeface="Calibri"/>
              </a:defRPr>
            </a:pPr>
            <a:r>
              <a:t>$14,400/yr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Annual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28016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630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761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Pricing Source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3108960"/>
          <a:ext cx="10515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  <a:gridCol w="32004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SKU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App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P2v3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$219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Great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Revenue: 15% increase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Confidence Level: moderate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Return on Investment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891B2"/>
                </a:solidFill>
                <a:latin typeface="Calibri"/>
              </a:defRPr>
            </a:pPr>
            <a:r>
              <a:t>250%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3716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891B2"/>
                </a:solidFill>
                <a:latin typeface="Calibri"/>
              </a:defRPr>
            </a:pPr>
            <a:r>
              <a:t>3.5 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Payback Period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891B2"/>
                </a:solidFill>
                <a:latin typeface="Calibri"/>
              </a:defRPr>
            </a:pPr>
            <a:r>
              <a:t>$50,400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Annual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891B2"/>
                </a:solidFill>
                <a:latin typeface="Calibri"/>
              </a:defRPr>
            </a:pPr>
            <a:r>
              <a:t>$14,400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Annual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  <a:buChar char="•"/>
            </a:pPr>
            <a:r>
              <a:t>Review architecture and service selections with stakeholders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  <a:buChar char="•"/>
            </a:pPr>
            <a:r>
              <a:t>Validate cost estimates against organizational procurement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  <a:buChar char="•"/>
            </a:pPr>
            <a:r>
              <a:t>Conduct proof-of-concept for key components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  <a:buChar char="•"/>
            </a:pPr>
            <a:r>
              <a:t>Develop detailed implementation timeline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  <a:buChar char="•"/>
            </a:pPr>
            <a:r>
              <a:t>Engage Microsoft account team for enterprise agreements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891B2"/>
                </a:solidFill>
                <a:latin typeface="Calibri"/>
              </a:defRPr>
            </a:pPr>
            <a:r>
              <a:t>Contoso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Generated by OneStopAgent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